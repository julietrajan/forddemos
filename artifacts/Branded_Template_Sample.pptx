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6" y="2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71012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A6A6"/>
                </a:solidFill>
              </a:rPr>
              <a:t>NORTHSTAR MOBILITY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</a:rPr>
              <a:t>Connected Component Readiness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58368" y="2304288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8E5F2"/>
                </a:solidFill>
              </a:rPr>
              <a:t>Branded starter template for Microsoft 365 Copilot demos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778240" y="1097280"/>
            <a:ext cx="2377440" cy="2377440"/>
          </a:xfrm>
          <a:prstGeom prst="roundRect">
            <a:avLst>
              <a:gd name="adj" fmla="val 4615"/>
            </a:avLst>
          </a:prstGeom>
          <a:solidFill>
            <a:srgbClr val="00A6A6">
              <a:alpha val="88000"/>
            </a:srgbClr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89720" y="1627632"/>
            <a:ext cx="1600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PUBLIC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SAMPLE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TEMPLATE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85800" y="5440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8E5F2"/>
                </a:solidFill>
              </a:rPr>
              <a:t>Use Copilot to create slides from prompts, then apply or continue this branded style.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2A43"/>
                </a:solidFill>
              </a:rPr>
              <a:t>Readiness snapshot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30175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2700" dist="50800" dir="2700000" algn="bl" rotWithShape="0">
              <a:srgbClr val="D1D5DB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68680" y="144475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B5563"/>
                </a:solidFill>
              </a:rPr>
              <a:t>Throughput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68680" y="17373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77B4"/>
                </a:solidFill>
              </a:rPr>
              <a:t>94%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389120" y="1234440"/>
            <a:ext cx="30175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2700" dist="50800" dir="2700000" algn="bl" rotWithShape="0">
              <a:srgbClr val="D1D5DB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617720" y="144475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B5563"/>
                </a:solidFill>
              </a:rPr>
              <a:t>Defect rate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617720" y="17373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97316"/>
                </a:solidFill>
              </a:rPr>
              <a:t>3.2%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8138160" y="1234440"/>
            <a:ext cx="30175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2700" dist="50800" dir="2700000" algn="bl" rotWithShape="0">
              <a:srgbClr val="D1D5DB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366760" y="144475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B5563"/>
                </a:solidFill>
              </a:rPr>
              <a:t>On-time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366760" y="17373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A6A6"/>
                </a:solidFill>
              </a:rPr>
              <a:t>92%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85800" y="32461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A43"/>
                </a:solidFill>
              </a:rPr>
              <a:t>Prompt example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85800" y="3611880"/>
            <a:ext cx="1065276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60120" y="388620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02A43"/>
                </a:solidFill>
              </a:rPr>
              <a:t>Create a leadership-ready update from the transcript and Excel workbook. Use this template, keep it to five slides, and include actions, risks, and decisions.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11480" y="644652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Classification: Public | Fictional Northstar Mobility sample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11480" y="6355080"/>
            <a:ext cx="1133856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2A43"/>
                </a:solidFill>
              </a:rPr>
              <a:t>Risk and action layout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25880"/>
          <a:ext cx="10881360" cy="2926080"/>
        </p:xfrm>
        <a:graphic>
          <a:graphicData uri="http://schemas.openxmlformats.org/drawingml/2006/table">
            <a:tbl>
              <a:tblPr/>
              <a:tblGrid>
                <a:gridCol w="3627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7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27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Risk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Mitigation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Owner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Supplier batch variability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Compare defect rates by batch and part family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Jordan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Calibration interruptions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Review logs and isolate shift-specific causes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Avery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Customer update clarity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Create public-safe summary for checkpoint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Mia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Text 1"/>
          <p:cNvSpPr/>
          <p:nvPr/>
        </p:nvSpPr>
        <p:spPr>
          <a:xfrm>
            <a:off x="685800" y="489204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B5563"/>
                </a:solidFill>
              </a:rPr>
              <a:t>Presenter note: Ask Copilot to add speaker notes, simplify wording for executives, or convert this into a one-page Word summary.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411480" y="644652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Classification: Public | Fictional Northstar Mobility sample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411480" y="6355080"/>
            <a:ext cx="1133856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156</Words>
  <Application>Microsoft Office PowerPoint</Application>
  <PresentationFormat>Widescreen</PresentationFormat>
  <Paragraphs>35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Northstar Mobility Branded Template Sample</dc:title>
  <dc:subject>Fictional public-safe Microsoft 365 Copilot training deck</dc:subject>
  <dc:creator>Microsoft Scout</dc:creator>
  <cp:lastModifiedBy>Michael Mishal</cp:lastModifiedBy>
  <cp:revision>1</cp:revision>
  <dcterms:created xsi:type="dcterms:W3CDTF">2026-09-28T23:49:13Z</dcterms:created>
  <dcterms:modified xsi:type="dcterms:W3CDTF">2026-09-29T14:56:35Z</dcterms:modified>
</cp:coreProperties>
</file>